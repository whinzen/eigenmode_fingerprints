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8172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22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Workflow: eigenmode fingerprints of linguistic structure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621792"/>
            <a:ext cx="9418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50" dirty="0">
                <a:solidFill>
                  <a:srgbClr val="5D67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time-aligned naturalistic language to spatial-scale profiles of cortical dynamics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527950" y="3273552"/>
            <a:ext cx="100584" cy="0"/>
          </a:xfrm>
          <a:prstGeom prst="line">
            <a:avLst/>
          </a:prstGeom>
          <a:noFill/>
          <a:ln w="20320">
            <a:solidFill>
              <a:srgbClr val="9DA8B8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873020" y="3273552"/>
            <a:ext cx="100584" cy="0"/>
          </a:xfrm>
          <a:prstGeom prst="line">
            <a:avLst/>
          </a:prstGeom>
          <a:noFill/>
          <a:ln w="20320">
            <a:solidFill>
              <a:srgbClr val="9DA8B8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218091" y="3273552"/>
            <a:ext cx="100584" cy="0"/>
          </a:xfrm>
          <a:prstGeom prst="line">
            <a:avLst/>
          </a:prstGeom>
          <a:noFill/>
          <a:ln w="20320">
            <a:solidFill>
              <a:srgbClr val="9DA8B8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563161" y="3273552"/>
            <a:ext cx="100584" cy="0"/>
          </a:xfrm>
          <a:prstGeom prst="line">
            <a:avLst/>
          </a:prstGeom>
          <a:noFill/>
          <a:ln w="20320">
            <a:solidFill>
              <a:srgbClr val="9DA8B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10896" y="1078992"/>
            <a:ext cx="2189622" cy="4315968"/>
          </a:xfrm>
          <a:prstGeom prst="roundRect">
            <a:avLst>
              <a:gd name="adj" fmla="val 3341"/>
            </a:avLst>
          </a:prstGeom>
          <a:solidFill>
            <a:srgbClr val="EAF3FF"/>
          </a:solidFill>
          <a:ln w="12700">
            <a:solidFill>
              <a:srgbClr val="D7DC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" y="1078992"/>
            <a:ext cx="73152" cy="4315968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" y="1234440"/>
            <a:ext cx="347472" cy="347472"/>
          </a:xfrm>
          <a:prstGeom prst="ellipse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" y="1289304"/>
            <a:ext cx="34747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77824" y="1234440"/>
            <a:ext cx="149467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Stimulus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77824" y="1554480"/>
            <a:ext cx="150382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20" dirty="0">
                <a:solidFill>
                  <a:srgbClr val="5D67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Naturalistic narrative with word timing and sentence boundaries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2655966" y="1078992"/>
            <a:ext cx="2189622" cy="4315968"/>
          </a:xfrm>
          <a:prstGeom prst="roundRect">
            <a:avLst>
              <a:gd name="adj" fmla="val 3341"/>
            </a:avLst>
          </a:prstGeom>
          <a:solidFill>
            <a:srgbClr val="F0ECFF"/>
          </a:solidFill>
          <a:ln w="12700">
            <a:solidFill>
              <a:srgbClr val="D7DC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55966" y="1078992"/>
            <a:ext cx="73152" cy="431596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11414" y="1234440"/>
            <a:ext cx="347472" cy="347472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11414" y="1289304"/>
            <a:ext cx="34747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22894" y="1234440"/>
            <a:ext cx="149467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222894" y="1554480"/>
            <a:ext cx="150382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20" dirty="0">
                <a:solidFill>
                  <a:srgbClr val="5D67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Contextual token vectors from language models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5001036" y="1078992"/>
            <a:ext cx="2189622" cy="4315968"/>
          </a:xfrm>
          <a:prstGeom prst="roundRect">
            <a:avLst>
              <a:gd name="adj" fmla="val 3341"/>
            </a:avLst>
          </a:prstGeom>
          <a:solidFill>
            <a:srgbClr val="FFF4DE"/>
          </a:solidFill>
          <a:ln w="12700">
            <a:solidFill>
              <a:srgbClr val="D7DC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01036" y="1078992"/>
            <a:ext cx="73152" cy="43159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56484" y="1234440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56484" y="1289304"/>
            <a:ext cx="34747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567964" y="1234440"/>
            <a:ext cx="149467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Transition geometry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567964" y="1554480"/>
            <a:ext cx="150382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20" dirty="0">
                <a:solidFill>
                  <a:srgbClr val="5D67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Token-to-token changes along an embedding trajectory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7346107" y="1078992"/>
            <a:ext cx="2189622" cy="4315968"/>
          </a:xfrm>
          <a:prstGeom prst="roundRect">
            <a:avLst>
              <a:gd name="adj" fmla="val 3341"/>
            </a:avLst>
          </a:prstGeom>
          <a:solidFill>
            <a:srgbClr val="E8F8F6"/>
          </a:solidFill>
          <a:ln w="12700">
            <a:solidFill>
              <a:srgbClr val="D7DC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46107" y="1078992"/>
            <a:ext cx="73152" cy="4315968"/>
          </a:xfrm>
          <a:prstGeom prst="rect">
            <a:avLst/>
          </a:prstGeom>
          <a:solidFill>
            <a:srgbClr val="22A699"/>
          </a:solidFill>
          <a:ln w="12700">
            <a:solidFill>
              <a:srgbClr val="22A699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01555" y="1234440"/>
            <a:ext cx="347472" cy="347472"/>
          </a:xfrm>
          <a:prstGeom prst="ellipse">
            <a:avLst/>
          </a:prstGeom>
          <a:solidFill>
            <a:srgbClr val="22A699"/>
          </a:solidFill>
          <a:ln w="12700">
            <a:solidFill>
              <a:srgbClr val="22A6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01555" y="1289304"/>
            <a:ext cx="34747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913035" y="1234440"/>
            <a:ext cx="149467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Cortical eigenmodes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913035" y="1554480"/>
            <a:ext cx="150382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20" dirty="0">
                <a:solidFill>
                  <a:srgbClr val="5D67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BOLD signals projected onto spatial modes of the cortex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9691177" y="1078992"/>
            <a:ext cx="2189622" cy="4315968"/>
          </a:xfrm>
          <a:prstGeom prst="roundRect">
            <a:avLst>
              <a:gd name="adj" fmla="val 3341"/>
            </a:avLst>
          </a:prstGeom>
          <a:solidFill>
            <a:srgbClr val="FFECEF"/>
          </a:solidFill>
          <a:ln w="12700">
            <a:solidFill>
              <a:srgbClr val="D7DC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691177" y="1078992"/>
            <a:ext cx="73152" cy="4315968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846625" y="1234440"/>
            <a:ext cx="347472" cy="347472"/>
          </a:xfrm>
          <a:prstGeom prst="ellipse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46625" y="1289304"/>
            <a:ext cx="34747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258105" y="1234440"/>
            <a:ext cx="149467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Eigenmode GLMs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0258105" y="1554480"/>
            <a:ext cx="150382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20" dirty="0">
                <a:solidFill>
                  <a:srgbClr val="5D67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Regressors predict mode energy, yielding β profiles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630936" y="3502152"/>
            <a:ext cx="1549542" cy="0"/>
          </a:xfrm>
          <a:prstGeom prst="line">
            <a:avLst/>
          </a:prstGeom>
          <a:noFill/>
          <a:ln w="27940">
            <a:solidFill>
              <a:srgbClr val="4A90E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62940" y="3470148"/>
            <a:ext cx="64008" cy="64008"/>
          </a:xfrm>
          <a:prstGeom prst="ellipse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3611880"/>
            <a:ext cx="32918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68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once</a:t>
            </a:r>
            <a:endParaRPr lang="en-US" sz="680" dirty="0"/>
          </a:p>
        </p:txBody>
      </p:sp>
      <p:sp>
        <p:nvSpPr>
          <p:cNvPr id="41" name="Shape 39"/>
          <p:cNvSpPr/>
          <p:nvPr/>
        </p:nvSpPr>
        <p:spPr>
          <a:xfrm>
            <a:off x="946404" y="3470148"/>
            <a:ext cx="64008" cy="64008"/>
          </a:xfrm>
          <a:prstGeom prst="ellipse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2104" y="3611880"/>
            <a:ext cx="32918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68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680" dirty="0"/>
          </a:p>
        </p:txBody>
      </p:sp>
      <p:sp>
        <p:nvSpPr>
          <p:cNvPr id="43" name="Shape 41"/>
          <p:cNvSpPr/>
          <p:nvPr/>
        </p:nvSpPr>
        <p:spPr>
          <a:xfrm>
            <a:off x="1175004" y="3470148"/>
            <a:ext cx="64008" cy="64008"/>
          </a:xfrm>
          <a:prstGeom prst="ellipse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60704" y="3611880"/>
            <a:ext cx="32918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68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saw</a:t>
            </a:r>
            <a:endParaRPr lang="en-US" sz="680" dirty="0"/>
          </a:p>
        </p:txBody>
      </p:sp>
      <p:sp>
        <p:nvSpPr>
          <p:cNvPr id="45" name="Shape 43"/>
          <p:cNvSpPr/>
          <p:nvPr/>
        </p:nvSpPr>
        <p:spPr>
          <a:xfrm>
            <a:off x="1394460" y="3470148"/>
            <a:ext cx="64008" cy="64008"/>
          </a:xfrm>
          <a:prstGeom prst="ellipse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280160" y="3611880"/>
            <a:ext cx="32918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68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680" dirty="0"/>
          </a:p>
        </p:txBody>
      </p:sp>
      <p:sp>
        <p:nvSpPr>
          <p:cNvPr id="47" name="Shape 45"/>
          <p:cNvSpPr/>
          <p:nvPr/>
        </p:nvSpPr>
        <p:spPr>
          <a:xfrm>
            <a:off x="1668780" y="3470148"/>
            <a:ext cx="64008" cy="64008"/>
          </a:xfrm>
          <a:prstGeom prst="ellipse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554480" y="3611880"/>
            <a:ext cx="32918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68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picture</a:t>
            </a:r>
            <a:endParaRPr lang="en-US" sz="680" dirty="0"/>
          </a:p>
        </p:txBody>
      </p:sp>
      <p:sp>
        <p:nvSpPr>
          <p:cNvPr id="49" name="Shape 47"/>
          <p:cNvSpPr/>
          <p:nvPr/>
        </p:nvSpPr>
        <p:spPr>
          <a:xfrm>
            <a:off x="1883664" y="2999232"/>
            <a:ext cx="0" cy="1005840"/>
          </a:xfrm>
          <a:prstGeom prst="line">
            <a:avLst/>
          </a:prstGeom>
          <a:noFill/>
          <a:ln w="25400">
            <a:solidFill>
              <a:srgbClr val="E85D7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591056" y="4005072"/>
            <a:ext cx="65836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660" dirty="0">
                <a:solidFill>
                  <a:srgbClr val="E85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sentence</a:t>
            </a:r>
            <a:endParaRPr lang="en-US" sz="66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660" dirty="0">
                <a:solidFill>
                  <a:srgbClr val="E85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boundary</a:t>
            </a:r>
            <a:endParaRPr lang="en-US" sz="660" dirty="0"/>
          </a:p>
        </p:txBody>
      </p:sp>
      <p:sp>
        <p:nvSpPr>
          <p:cNvPr id="51" name="Shape 49"/>
          <p:cNvSpPr/>
          <p:nvPr/>
        </p:nvSpPr>
        <p:spPr>
          <a:xfrm>
            <a:off x="2034540" y="3470148"/>
            <a:ext cx="64008" cy="64008"/>
          </a:xfrm>
          <a:prstGeom prst="ellipse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920240" y="3611880"/>
            <a:ext cx="32918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68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</a:t>
            </a:r>
            <a:endParaRPr lang="en-US" sz="680" dirty="0"/>
          </a:p>
        </p:txBody>
      </p:sp>
      <p:sp>
        <p:nvSpPr>
          <p:cNvPr id="53" name="Shape 51"/>
          <p:cNvSpPr/>
          <p:nvPr/>
        </p:nvSpPr>
        <p:spPr>
          <a:xfrm>
            <a:off x="2272284" y="3470148"/>
            <a:ext cx="64008" cy="64008"/>
          </a:xfrm>
          <a:prstGeom prst="ellipse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157984" y="3611880"/>
            <a:ext cx="32918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68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630936" y="4599432"/>
            <a:ext cx="154954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20" dirty="0">
                <a:solidFill>
                  <a:srgbClr val="5D67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word onsets → TR-aligned regressors</a:t>
            </a:r>
            <a:endParaRPr lang="en-US" sz="820" dirty="0"/>
          </a:p>
        </p:txBody>
      </p:sp>
      <p:sp>
        <p:nvSpPr>
          <p:cNvPr id="56" name="Shape 54"/>
          <p:cNvSpPr/>
          <p:nvPr/>
        </p:nvSpPr>
        <p:spPr>
          <a:xfrm>
            <a:off x="3040014" y="2313432"/>
            <a:ext cx="71323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7B61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040014" y="2432304"/>
            <a:ext cx="71323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7B6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771534" y="2542032"/>
            <a:ext cx="411480" cy="0"/>
          </a:xfrm>
          <a:prstGeom prst="line">
            <a:avLst/>
          </a:prstGeom>
          <a:noFill/>
          <a:ln w="16510">
            <a:solidFill>
              <a:srgbClr val="7B61FF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4228734" y="2221992"/>
            <a:ext cx="106070" cy="106070"/>
          </a:xfrm>
          <a:prstGeom prst="rect">
            <a:avLst/>
          </a:prstGeom>
          <a:solidFill>
            <a:srgbClr val="7B61FF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347606" y="2221992"/>
            <a:ext cx="106070" cy="106070"/>
          </a:xfrm>
          <a:prstGeom prst="rect">
            <a:avLst/>
          </a:prstGeom>
          <a:solidFill>
            <a:srgbClr val="7B61FF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466478" y="2221992"/>
            <a:ext cx="106070" cy="106070"/>
          </a:xfrm>
          <a:prstGeom prst="rect">
            <a:avLst/>
          </a:prstGeom>
          <a:solidFill>
            <a:srgbClr val="7B61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585350" y="2221992"/>
            <a:ext cx="106070" cy="106070"/>
          </a:xfrm>
          <a:prstGeom prst="rect">
            <a:avLst/>
          </a:prstGeom>
          <a:solidFill>
            <a:srgbClr val="7B61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704222" y="2221992"/>
            <a:ext cx="106070" cy="106070"/>
          </a:xfrm>
          <a:prstGeom prst="rect">
            <a:avLst/>
          </a:prstGeom>
          <a:solidFill>
            <a:srgbClr val="7B61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228734" y="2340864"/>
            <a:ext cx="106070" cy="106070"/>
          </a:xfrm>
          <a:prstGeom prst="rect">
            <a:avLst/>
          </a:prstGeom>
          <a:solidFill>
            <a:srgbClr val="7B61FF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347606" y="2340864"/>
            <a:ext cx="106070" cy="106070"/>
          </a:xfrm>
          <a:prstGeom prst="rect">
            <a:avLst/>
          </a:prstGeom>
          <a:solidFill>
            <a:srgbClr val="7B61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466478" y="2340864"/>
            <a:ext cx="106070" cy="106070"/>
          </a:xfrm>
          <a:prstGeom prst="rect">
            <a:avLst/>
          </a:prstGeom>
          <a:solidFill>
            <a:srgbClr val="7B61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585350" y="2340864"/>
            <a:ext cx="106070" cy="106070"/>
          </a:xfrm>
          <a:prstGeom prst="rect">
            <a:avLst/>
          </a:prstGeom>
          <a:solidFill>
            <a:srgbClr val="7B61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704222" y="2340864"/>
            <a:ext cx="106070" cy="106070"/>
          </a:xfrm>
          <a:prstGeom prst="rect">
            <a:avLst/>
          </a:prstGeom>
          <a:solidFill>
            <a:srgbClr val="7B61FF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228734" y="2459736"/>
            <a:ext cx="106070" cy="106070"/>
          </a:xfrm>
          <a:prstGeom prst="rect">
            <a:avLst/>
          </a:prstGeom>
          <a:solidFill>
            <a:srgbClr val="7B61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347606" y="2459736"/>
            <a:ext cx="106070" cy="106070"/>
          </a:xfrm>
          <a:prstGeom prst="rect">
            <a:avLst/>
          </a:prstGeom>
          <a:solidFill>
            <a:srgbClr val="7B61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466478" y="2459736"/>
            <a:ext cx="106070" cy="106070"/>
          </a:xfrm>
          <a:prstGeom prst="rect">
            <a:avLst/>
          </a:prstGeom>
          <a:solidFill>
            <a:srgbClr val="7B61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585350" y="2459736"/>
            <a:ext cx="106070" cy="106070"/>
          </a:xfrm>
          <a:prstGeom prst="rect">
            <a:avLst/>
          </a:prstGeom>
          <a:solidFill>
            <a:srgbClr val="7B61FF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704222" y="2459736"/>
            <a:ext cx="106070" cy="106070"/>
          </a:xfrm>
          <a:prstGeom prst="rect">
            <a:avLst/>
          </a:prstGeom>
          <a:solidFill>
            <a:srgbClr val="7B61FF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228734" y="2578608"/>
            <a:ext cx="106070" cy="106070"/>
          </a:xfrm>
          <a:prstGeom prst="rect">
            <a:avLst/>
          </a:prstGeom>
          <a:solidFill>
            <a:srgbClr val="7B61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347606" y="2578608"/>
            <a:ext cx="106070" cy="106070"/>
          </a:xfrm>
          <a:prstGeom prst="rect">
            <a:avLst/>
          </a:prstGeom>
          <a:solidFill>
            <a:srgbClr val="7B61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466478" y="2578608"/>
            <a:ext cx="106070" cy="106070"/>
          </a:xfrm>
          <a:prstGeom prst="rect">
            <a:avLst/>
          </a:prstGeom>
          <a:solidFill>
            <a:srgbClr val="7B61FF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585350" y="2578608"/>
            <a:ext cx="106070" cy="106070"/>
          </a:xfrm>
          <a:prstGeom prst="rect">
            <a:avLst/>
          </a:prstGeom>
          <a:solidFill>
            <a:srgbClr val="7B61FF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04222" y="2578608"/>
            <a:ext cx="106070" cy="106070"/>
          </a:xfrm>
          <a:prstGeom prst="rect">
            <a:avLst/>
          </a:prstGeom>
          <a:solidFill>
            <a:srgbClr val="7B61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228734" y="2697480"/>
            <a:ext cx="106070" cy="106070"/>
          </a:xfrm>
          <a:prstGeom prst="rect">
            <a:avLst/>
          </a:prstGeom>
          <a:solidFill>
            <a:srgbClr val="7B61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347606" y="2697480"/>
            <a:ext cx="106070" cy="106070"/>
          </a:xfrm>
          <a:prstGeom prst="rect">
            <a:avLst/>
          </a:prstGeom>
          <a:solidFill>
            <a:srgbClr val="7B61FF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466478" y="2697480"/>
            <a:ext cx="106070" cy="106070"/>
          </a:xfrm>
          <a:prstGeom prst="rect">
            <a:avLst/>
          </a:prstGeom>
          <a:solidFill>
            <a:srgbClr val="7B61FF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585350" y="2697480"/>
            <a:ext cx="106070" cy="106070"/>
          </a:xfrm>
          <a:prstGeom prst="rect">
            <a:avLst/>
          </a:prstGeom>
          <a:solidFill>
            <a:srgbClr val="7B61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704222" y="2697480"/>
            <a:ext cx="106070" cy="106070"/>
          </a:xfrm>
          <a:prstGeom prst="rect">
            <a:avLst/>
          </a:prstGeom>
          <a:solidFill>
            <a:srgbClr val="7B61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228734" y="2816352"/>
            <a:ext cx="106070" cy="106070"/>
          </a:xfrm>
          <a:prstGeom prst="rect">
            <a:avLst/>
          </a:prstGeom>
          <a:solidFill>
            <a:srgbClr val="7B61FF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347606" y="2816352"/>
            <a:ext cx="106070" cy="106070"/>
          </a:xfrm>
          <a:prstGeom prst="rect">
            <a:avLst/>
          </a:prstGeom>
          <a:solidFill>
            <a:srgbClr val="7B61FF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466478" y="2816352"/>
            <a:ext cx="106070" cy="106070"/>
          </a:xfrm>
          <a:prstGeom prst="rect">
            <a:avLst/>
          </a:prstGeom>
          <a:solidFill>
            <a:srgbClr val="7B61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585350" y="2816352"/>
            <a:ext cx="106070" cy="106070"/>
          </a:xfrm>
          <a:prstGeom prst="rect">
            <a:avLst/>
          </a:prstGeom>
          <a:solidFill>
            <a:srgbClr val="7B61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704222" y="2816352"/>
            <a:ext cx="106070" cy="106070"/>
          </a:xfrm>
          <a:prstGeom prst="rect">
            <a:avLst/>
          </a:prstGeom>
          <a:solidFill>
            <a:srgbClr val="7B61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981846" y="2999232"/>
            <a:ext cx="1005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5D67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tokens × dimensions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2985150" y="4599432"/>
            <a:ext cx="153125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20" dirty="0">
                <a:solidFill>
                  <a:srgbClr val="5D67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BERT / Qwen robustness branch</a:t>
            </a:r>
            <a:endParaRPr lang="en-US" sz="820" dirty="0"/>
          </a:p>
        </p:txBody>
      </p:sp>
      <p:sp>
        <p:nvSpPr>
          <p:cNvPr id="91" name="Shape 89"/>
          <p:cNvSpPr/>
          <p:nvPr/>
        </p:nvSpPr>
        <p:spPr>
          <a:xfrm>
            <a:off x="5412516" y="3959352"/>
            <a:ext cx="301752" cy="0"/>
          </a:xfrm>
          <a:prstGeom prst="line">
            <a:avLst/>
          </a:prstGeom>
          <a:noFill/>
          <a:ln w="2667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92" name="Shape 90"/>
          <p:cNvSpPr/>
          <p:nvPr/>
        </p:nvSpPr>
        <p:spPr>
          <a:xfrm>
            <a:off x="5714268" y="3502152"/>
            <a:ext cx="402336" cy="155448"/>
          </a:xfrm>
          <a:prstGeom prst="line">
            <a:avLst/>
          </a:prstGeom>
          <a:noFill/>
          <a:ln w="2667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93" name="Shape 91"/>
          <p:cNvSpPr/>
          <p:nvPr/>
        </p:nvSpPr>
        <p:spPr>
          <a:xfrm>
            <a:off x="6116604" y="3657600"/>
            <a:ext cx="292608" cy="0"/>
          </a:xfrm>
          <a:prstGeom prst="line">
            <a:avLst/>
          </a:prstGeom>
          <a:noFill/>
          <a:ln w="2667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94" name="Shape 92"/>
          <p:cNvSpPr/>
          <p:nvPr/>
        </p:nvSpPr>
        <p:spPr>
          <a:xfrm>
            <a:off x="6409212" y="3044952"/>
            <a:ext cx="448056" cy="192024"/>
          </a:xfrm>
          <a:prstGeom prst="line">
            <a:avLst/>
          </a:prstGeom>
          <a:noFill/>
          <a:ln w="2667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95" name="Shape 93"/>
          <p:cNvSpPr/>
          <p:nvPr/>
        </p:nvSpPr>
        <p:spPr>
          <a:xfrm>
            <a:off x="5357652" y="3904488"/>
            <a:ext cx="109728" cy="10972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F5A623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659404" y="3447288"/>
            <a:ext cx="109728" cy="10972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F5A623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061740" y="3602736"/>
            <a:ext cx="109728" cy="10972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F5A623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354348" y="2990088"/>
            <a:ext cx="109728" cy="10972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F5A623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802404" y="3182112"/>
            <a:ext cx="109728" cy="10972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F5A623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665244" y="2862072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0680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720108" y="2916936"/>
            <a:ext cx="164592" cy="265176"/>
          </a:xfrm>
          <a:prstGeom prst="line">
            <a:avLst/>
          </a:prstGeom>
          <a:noFill/>
          <a:ln w="12700">
            <a:solidFill>
              <a:srgbClr val="A0680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262908" y="2633472"/>
            <a:ext cx="7498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10" dirty="0">
                <a:solidFill>
                  <a:srgbClr val="A06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</a:t>
            </a:r>
            <a:endParaRPr lang="en-US" sz="71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710" dirty="0">
                <a:solidFill>
                  <a:srgbClr val="A06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</a:t>
            </a:r>
            <a:endParaRPr lang="en-US" sz="710" dirty="0"/>
          </a:p>
        </p:txBody>
      </p:sp>
      <p:sp>
        <p:nvSpPr>
          <p:cNvPr id="103" name="Text 101"/>
          <p:cNvSpPr/>
          <p:nvPr/>
        </p:nvSpPr>
        <p:spPr>
          <a:xfrm>
            <a:off x="5503956" y="3209544"/>
            <a:ext cx="4572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shift</a:t>
            </a:r>
            <a:endParaRPr lang="en-US" sz="750" dirty="0"/>
          </a:p>
        </p:txBody>
      </p:sp>
      <p:sp>
        <p:nvSpPr>
          <p:cNvPr id="104" name="Text 102"/>
          <p:cNvSpPr/>
          <p:nvPr/>
        </p:nvSpPr>
        <p:spPr>
          <a:xfrm>
            <a:off x="5732556" y="4050792"/>
            <a:ext cx="685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curvature</a:t>
            </a:r>
            <a:endParaRPr lang="en-US" sz="750" dirty="0"/>
          </a:p>
        </p:txBody>
      </p:sp>
      <p:sp>
        <p:nvSpPr>
          <p:cNvPr id="105" name="Text 103"/>
          <p:cNvSpPr/>
          <p:nvPr/>
        </p:nvSpPr>
        <p:spPr>
          <a:xfrm>
            <a:off x="5229636" y="4599432"/>
            <a:ext cx="173242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70" dirty="0">
                <a:solidFill>
                  <a:srgbClr val="5D67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distance • prediction • subspace exit • curvature</a:t>
            </a:r>
            <a:endParaRPr lang="en-US" sz="770" dirty="0"/>
          </a:p>
        </p:txBody>
      </p:sp>
      <p:sp>
        <p:nvSpPr>
          <p:cNvPr id="106" name="Shape 104"/>
          <p:cNvSpPr/>
          <p:nvPr/>
        </p:nvSpPr>
        <p:spPr>
          <a:xfrm>
            <a:off x="7757587" y="2496312"/>
            <a:ext cx="658368" cy="117043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2A699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425099" y="2496312"/>
            <a:ext cx="658368" cy="117043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2A699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388523" y="2651760"/>
            <a:ext cx="0" cy="859536"/>
          </a:xfrm>
          <a:prstGeom prst="line">
            <a:avLst/>
          </a:prstGeom>
          <a:noFill/>
          <a:ln w="12700">
            <a:solidFill>
              <a:srgbClr val="8ED7C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785019" y="3959352"/>
            <a:ext cx="47413" cy="16870"/>
          </a:xfrm>
          <a:prstGeom prst="line">
            <a:avLst/>
          </a:prstGeom>
          <a:noFill/>
          <a:ln w="17780">
            <a:solidFill>
              <a:srgbClr val="22A699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832432" y="3976222"/>
            <a:ext cx="47413" cy="15961"/>
          </a:xfrm>
          <a:prstGeom prst="line">
            <a:avLst/>
          </a:prstGeom>
          <a:noFill/>
          <a:ln w="17780">
            <a:solidFill>
              <a:srgbClr val="22A699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879845" y="3992183"/>
            <a:ext cx="47413" cy="14191"/>
          </a:xfrm>
          <a:prstGeom prst="line">
            <a:avLst/>
          </a:prstGeom>
          <a:noFill/>
          <a:ln w="17780">
            <a:solidFill>
              <a:srgbClr val="22A699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927259" y="4006373"/>
            <a:ext cx="47413" cy="11656"/>
          </a:xfrm>
          <a:prstGeom prst="line">
            <a:avLst/>
          </a:prstGeom>
          <a:noFill/>
          <a:ln w="17780">
            <a:solidFill>
              <a:srgbClr val="22A699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974672" y="4018029"/>
            <a:ext cx="47413" cy="8492"/>
          </a:xfrm>
          <a:prstGeom prst="line">
            <a:avLst/>
          </a:prstGeom>
          <a:noFill/>
          <a:ln w="17780">
            <a:solidFill>
              <a:srgbClr val="22A699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8022085" y="4026521"/>
            <a:ext cx="47413" cy="4871"/>
          </a:xfrm>
          <a:prstGeom prst="line">
            <a:avLst/>
          </a:prstGeom>
          <a:noFill/>
          <a:ln w="17780">
            <a:solidFill>
              <a:srgbClr val="22A699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069499" y="4031393"/>
            <a:ext cx="47413" cy="988"/>
          </a:xfrm>
          <a:prstGeom prst="line">
            <a:avLst/>
          </a:prstGeom>
          <a:noFill/>
          <a:ln w="17780">
            <a:solidFill>
              <a:srgbClr val="22A699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116912" y="4032380"/>
            <a:ext cx="47413" cy="0"/>
          </a:xfrm>
          <a:prstGeom prst="line">
            <a:avLst/>
          </a:prstGeom>
          <a:noFill/>
          <a:ln w="17780">
            <a:solidFill>
              <a:srgbClr val="22A699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8164325" y="4029431"/>
            <a:ext cx="47413" cy="0"/>
          </a:xfrm>
          <a:prstGeom prst="line">
            <a:avLst/>
          </a:prstGeom>
          <a:noFill/>
          <a:ln w="17780">
            <a:solidFill>
              <a:srgbClr val="22A699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8211739" y="4022703"/>
            <a:ext cx="47413" cy="0"/>
          </a:xfrm>
          <a:prstGeom prst="line">
            <a:avLst/>
          </a:prstGeom>
          <a:noFill/>
          <a:ln w="17780">
            <a:solidFill>
              <a:srgbClr val="22A699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259152" y="4012561"/>
            <a:ext cx="47413" cy="0"/>
          </a:xfrm>
          <a:prstGeom prst="line">
            <a:avLst/>
          </a:prstGeom>
          <a:noFill/>
          <a:ln w="17780">
            <a:solidFill>
              <a:srgbClr val="22A699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8306565" y="3999550"/>
            <a:ext cx="47413" cy="0"/>
          </a:xfrm>
          <a:prstGeom prst="line">
            <a:avLst/>
          </a:prstGeom>
          <a:noFill/>
          <a:ln w="17780">
            <a:solidFill>
              <a:srgbClr val="22A699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8353979" y="3984371"/>
            <a:ext cx="47413" cy="0"/>
          </a:xfrm>
          <a:prstGeom prst="line">
            <a:avLst/>
          </a:prstGeom>
          <a:noFill/>
          <a:ln w="17780">
            <a:solidFill>
              <a:srgbClr val="22A699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8401392" y="3967844"/>
            <a:ext cx="47413" cy="0"/>
          </a:xfrm>
          <a:prstGeom prst="line">
            <a:avLst/>
          </a:prstGeom>
          <a:noFill/>
          <a:ln w="17780">
            <a:solidFill>
              <a:srgbClr val="22A699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448805" y="3950860"/>
            <a:ext cx="47413" cy="0"/>
          </a:xfrm>
          <a:prstGeom prst="line">
            <a:avLst/>
          </a:prstGeom>
          <a:noFill/>
          <a:ln w="17780">
            <a:solidFill>
              <a:srgbClr val="22A699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8496219" y="3934333"/>
            <a:ext cx="47413" cy="0"/>
          </a:xfrm>
          <a:prstGeom prst="line">
            <a:avLst/>
          </a:prstGeom>
          <a:noFill/>
          <a:ln w="17780">
            <a:solidFill>
              <a:srgbClr val="22A699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8543632" y="3919154"/>
            <a:ext cx="47413" cy="0"/>
          </a:xfrm>
          <a:prstGeom prst="line">
            <a:avLst/>
          </a:prstGeom>
          <a:noFill/>
          <a:ln w="17780">
            <a:solidFill>
              <a:srgbClr val="22A699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8591045" y="3906143"/>
            <a:ext cx="47413" cy="0"/>
          </a:xfrm>
          <a:prstGeom prst="line">
            <a:avLst/>
          </a:prstGeom>
          <a:noFill/>
          <a:ln w="17780">
            <a:solidFill>
              <a:srgbClr val="22A699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638459" y="3896001"/>
            <a:ext cx="47413" cy="0"/>
          </a:xfrm>
          <a:prstGeom prst="line">
            <a:avLst/>
          </a:prstGeom>
          <a:noFill/>
          <a:ln w="17780">
            <a:solidFill>
              <a:srgbClr val="22A699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685872" y="3889273"/>
            <a:ext cx="47413" cy="0"/>
          </a:xfrm>
          <a:prstGeom prst="line">
            <a:avLst/>
          </a:prstGeom>
          <a:noFill/>
          <a:ln w="17780">
            <a:solidFill>
              <a:srgbClr val="22A699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733285" y="3886324"/>
            <a:ext cx="47413" cy="988"/>
          </a:xfrm>
          <a:prstGeom prst="line">
            <a:avLst/>
          </a:prstGeom>
          <a:noFill/>
          <a:ln w="17780">
            <a:solidFill>
              <a:srgbClr val="22A699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780699" y="3887311"/>
            <a:ext cx="47413" cy="4871"/>
          </a:xfrm>
          <a:prstGeom prst="line">
            <a:avLst/>
          </a:prstGeom>
          <a:noFill/>
          <a:ln w="17780">
            <a:solidFill>
              <a:srgbClr val="22A699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828112" y="3892183"/>
            <a:ext cx="47413" cy="8492"/>
          </a:xfrm>
          <a:prstGeom prst="line">
            <a:avLst/>
          </a:prstGeom>
          <a:noFill/>
          <a:ln w="17780">
            <a:solidFill>
              <a:srgbClr val="22A699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875525" y="3900675"/>
            <a:ext cx="47413" cy="11656"/>
          </a:xfrm>
          <a:prstGeom prst="line">
            <a:avLst/>
          </a:prstGeom>
          <a:noFill/>
          <a:ln w="17780">
            <a:solidFill>
              <a:srgbClr val="22A699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922939" y="3912331"/>
            <a:ext cx="47413" cy="14191"/>
          </a:xfrm>
          <a:prstGeom prst="line">
            <a:avLst/>
          </a:prstGeom>
          <a:noFill/>
          <a:ln w="17780">
            <a:solidFill>
              <a:srgbClr val="22A699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970352" y="3926521"/>
            <a:ext cx="47413" cy="15961"/>
          </a:xfrm>
          <a:prstGeom prst="line">
            <a:avLst/>
          </a:prstGeom>
          <a:noFill/>
          <a:ln w="17780">
            <a:solidFill>
              <a:srgbClr val="22A699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9017765" y="3942482"/>
            <a:ext cx="47413" cy="16870"/>
          </a:xfrm>
          <a:prstGeom prst="line">
            <a:avLst/>
          </a:prstGeom>
          <a:noFill/>
          <a:ln w="17780">
            <a:solidFill>
              <a:srgbClr val="22A699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7785019" y="4169664"/>
            <a:ext cx="47413" cy="25305"/>
          </a:xfrm>
          <a:prstGeom prst="line">
            <a:avLst/>
          </a:prstGeom>
          <a:noFill/>
          <a:ln w="17780">
            <a:solidFill>
              <a:srgbClr val="57BFB4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7832432" y="4194969"/>
            <a:ext cx="47413" cy="23941"/>
          </a:xfrm>
          <a:prstGeom prst="line">
            <a:avLst/>
          </a:prstGeom>
          <a:noFill/>
          <a:ln w="17780">
            <a:solidFill>
              <a:srgbClr val="57BFB4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7879845" y="4218910"/>
            <a:ext cx="47413" cy="21286"/>
          </a:xfrm>
          <a:prstGeom prst="line">
            <a:avLst/>
          </a:prstGeom>
          <a:noFill/>
          <a:ln w="17780">
            <a:solidFill>
              <a:srgbClr val="57BFB4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7927259" y="4240196"/>
            <a:ext cx="47413" cy="17484"/>
          </a:xfrm>
          <a:prstGeom prst="line">
            <a:avLst/>
          </a:prstGeom>
          <a:noFill/>
          <a:ln w="17780">
            <a:solidFill>
              <a:srgbClr val="57BFB4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7974672" y="4257679"/>
            <a:ext cx="47413" cy="12739"/>
          </a:xfrm>
          <a:prstGeom prst="line">
            <a:avLst/>
          </a:prstGeom>
          <a:noFill/>
          <a:ln w="17780">
            <a:solidFill>
              <a:srgbClr val="57BFB4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022085" y="4270418"/>
            <a:ext cx="47413" cy="7307"/>
          </a:xfrm>
          <a:prstGeom prst="line">
            <a:avLst/>
          </a:prstGeom>
          <a:noFill/>
          <a:ln w="17780">
            <a:solidFill>
              <a:srgbClr val="57BFB4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8069499" y="4277725"/>
            <a:ext cx="47413" cy="1481"/>
          </a:xfrm>
          <a:prstGeom prst="line">
            <a:avLst/>
          </a:prstGeom>
          <a:noFill/>
          <a:ln w="17780">
            <a:solidFill>
              <a:srgbClr val="57BFB4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8116912" y="4279206"/>
            <a:ext cx="47413" cy="0"/>
          </a:xfrm>
          <a:prstGeom prst="line">
            <a:avLst/>
          </a:prstGeom>
          <a:noFill/>
          <a:ln w="17780">
            <a:solidFill>
              <a:srgbClr val="57BFB4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8164325" y="4274782"/>
            <a:ext cx="47413" cy="0"/>
          </a:xfrm>
          <a:prstGeom prst="line">
            <a:avLst/>
          </a:prstGeom>
          <a:noFill/>
          <a:ln w="17780">
            <a:solidFill>
              <a:srgbClr val="57BFB4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8211739" y="4264691"/>
            <a:ext cx="47413" cy="0"/>
          </a:xfrm>
          <a:prstGeom prst="line">
            <a:avLst/>
          </a:prstGeom>
          <a:noFill/>
          <a:ln w="17780">
            <a:solidFill>
              <a:srgbClr val="57BFB4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8259152" y="4249477"/>
            <a:ext cx="47413" cy="0"/>
          </a:xfrm>
          <a:prstGeom prst="line">
            <a:avLst/>
          </a:prstGeom>
          <a:noFill/>
          <a:ln w="17780">
            <a:solidFill>
              <a:srgbClr val="57BFB4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8306565" y="4229961"/>
            <a:ext cx="47413" cy="0"/>
          </a:xfrm>
          <a:prstGeom prst="line">
            <a:avLst/>
          </a:prstGeom>
          <a:noFill/>
          <a:ln w="17780">
            <a:solidFill>
              <a:srgbClr val="57BFB4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8353979" y="4207193"/>
            <a:ext cx="47413" cy="0"/>
          </a:xfrm>
          <a:prstGeom prst="line">
            <a:avLst/>
          </a:prstGeom>
          <a:noFill/>
          <a:ln w="17780">
            <a:solidFill>
              <a:srgbClr val="57BFB4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8401392" y="4182403"/>
            <a:ext cx="47413" cy="0"/>
          </a:xfrm>
          <a:prstGeom prst="line">
            <a:avLst/>
          </a:prstGeom>
          <a:noFill/>
          <a:ln w="17780">
            <a:solidFill>
              <a:srgbClr val="57BFB4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8448805" y="4156925"/>
            <a:ext cx="47413" cy="0"/>
          </a:xfrm>
          <a:prstGeom prst="line">
            <a:avLst/>
          </a:prstGeom>
          <a:noFill/>
          <a:ln w="17780">
            <a:solidFill>
              <a:srgbClr val="57BFB4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8496219" y="4132135"/>
            <a:ext cx="47413" cy="0"/>
          </a:xfrm>
          <a:prstGeom prst="line">
            <a:avLst/>
          </a:prstGeom>
          <a:noFill/>
          <a:ln w="17780">
            <a:solidFill>
              <a:srgbClr val="57BFB4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8543632" y="4109367"/>
            <a:ext cx="47413" cy="0"/>
          </a:xfrm>
          <a:prstGeom prst="line">
            <a:avLst/>
          </a:prstGeom>
          <a:noFill/>
          <a:ln w="17780">
            <a:solidFill>
              <a:srgbClr val="57BFB4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8591045" y="4089851"/>
            <a:ext cx="47413" cy="0"/>
          </a:xfrm>
          <a:prstGeom prst="line">
            <a:avLst/>
          </a:prstGeom>
          <a:noFill/>
          <a:ln w="17780">
            <a:solidFill>
              <a:srgbClr val="57BFB4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8638459" y="4074637"/>
            <a:ext cx="47413" cy="0"/>
          </a:xfrm>
          <a:prstGeom prst="line">
            <a:avLst/>
          </a:prstGeom>
          <a:noFill/>
          <a:ln w="17780">
            <a:solidFill>
              <a:srgbClr val="57BFB4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8685872" y="4064546"/>
            <a:ext cx="47413" cy="0"/>
          </a:xfrm>
          <a:prstGeom prst="line">
            <a:avLst/>
          </a:prstGeom>
          <a:noFill/>
          <a:ln w="17780">
            <a:solidFill>
              <a:srgbClr val="57BFB4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8733285" y="4060122"/>
            <a:ext cx="47413" cy="1481"/>
          </a:xfrm>
          <a:prstGeom prst="line">
            <a:avLst/>
          </a:prstGeom>
          <a:noFill/>
          <a:ln w="17780">
            <a:solidFill>
              <a:srgbClr val="57BFB4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8780699" y="4061603"/>
            <a:ext cx="47413" cy="7307"/>
          </a:xfrm>
          <a:prstGeom prst="line">
            <a:avLst/>
          </a:prstGeom>
          <a:noFill/>
          <a:ln w="17780">
            <a:solidFill>
              <a:srgbClr val="57BFB4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8828112" y="4068910"/>
            <a:ext cx="47413" cy="12739"/>
          </a:xfrm>
          <a:prstGeom prst="line">
            <a:avLst/>
          </a:prstGeom>
          <a:noFill/>
          <a:ln w="17780">
            <a:solidFill>
              <a:srgbClr val="57BFB4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8875525" y="4081649"/>
            <a:ext cx="47413" cy="17484"/>
          </a:xfrm>
          <a:prstGeom prst="line">
            <a:avLst/>
          </a:prstGeom>
          <a:noFill/>
          <a:ln w="17780">
            <a:solidFill>
              <a:srgbClr val="57BFB4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922939" y="4099132"/>
            <a:ext cx="47413" cy="21286"/>
          </a:xfrm>
          <a:prstGeom prst="line">
            <a:avLst/>
          </a:prstGeom>
          <a:noFill/>
          <a:ln w="17780">
            <a:solidFill>
              <a:srgbClr val="57BFB4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8970352" y="4120418"/>
            <a:ext cx="47413" cy="23941"/>
          </a:xfrm>
          <a:prstGeom prst="line">
            <a:avLst/>
          </a:prstGeom>
          <a:noFill/>
          <a:ln w="17780">
            <a:solidFill>
              <a:srgbClr val="57BFB4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9017765" y="4144359"/>
            <a:ext cx="47413" cy="25305"/>
          </a:xfrm>
          <a:prstGeom prst="line">
            <a:avLst/>
          </a:prstGeom>
          <a:noFill/>
          <a:ln w="17780">
            <a:solidFill>
              <a:srgbClr val="57BFB4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7757587" y="4462272"/>
            <a:ext cx="1325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1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Aₖ(t) → Eₖ(t)=Aₖ(t)²</a:t>
            </a:r>
            <a:endParaRPr lang="en-US" sz="810" dirty="0"/>
          </a:p>
        </p:txBody>
      </p:sp>
      <p:sp>
        <p:nvSpPr>
          <p:cNvPr id="164" name="Text 162"/>
          <p:cNvSpPr/>
          <p:nvPr/>
        </p:nvSpPr>
        <p:spPr>
          <a:xfrm>
            <a:off x="7602139" y="4718304"/>
            <a:ext cx="1686702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5D67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→ high spatial frequencies</a:t>
            </a:r>
            <a:endParaRPr lang="en-US" sz="750" dirty="0"/>
          </a:p>
        </p:txBody>
      </p:sp>
      <p:sp>
        <p:nvSpPr>
          <p:cNvPr id="165" name="Shape 163"/>
          <p:cNvSpPr/>
          <p:nvPr/>
        </p:nvSpPr>
        <p:spPr>
          <a:xfrm>
            <a:off x="10002073" y="2404872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3970">
            <a:solidFill>
              <a:srgbClr val="E85D75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10002073" y="2551176"/>
            <a:ext cx="1417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E85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Eₖ(t) ~ X(t)</a:t>
            </a:r>
            <a:endParaRPr lang="en-US" sz="1200" dirty="0"/>
          </a:p>
        </p:txBody>
      </p:sp>
      <p:sp>
        <p:nvSpPr>
          <p:cNvPr id="167" name="Shape 165"/>
          <p:cNvSpPr/>
          <p:nvPr/>
        </p:nvSpPr>
        <p:spPr>
          <a:xfrm>
            <a:off x="10706161" y="2935224"/>
            <a:ext cx="0" cy="292608"/>
          </a:xfrm>
          <a:prstGeom prst="line">
            <a:avLst/>
          </a:prstGeom>
          <a:noFill/>
          <a:ln w="15240">
            <a:solidFill>
              <a:srgbClr val="E85D75"/>
            </a:solidFill>
            <a:prstDash val="solid"/>
            <a:tailEnd type="triangle"/>
          </a:ln>
        </p:spPr>
      </p:sp>
      <p:sp>
        <p:nvSpPr>
          <p:cNvPr id="168" name="Shape 166"/>
          <p:cNvSpPr/>
          <p:nvPr/>
        </p:nvSpPr>
        <p:spPr>
          <a:xfrm>
            <a:off x="10130089" y="4142232"/>
            <a:ext cx="1298448" cy="0"/>
          </a:xfrm>
          <a:prstGeom prst="line">
            <a:avLst/>
          </a:prstGeom>
          <a:noFill/>
          <a:ln w="12700">
            <a:solidFill>
              <a:srgbClr val="1C243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0130089" y="4142232"/>
            <a:ext cx="0" cy="0"/>
          </a:xfrm>
          <a:prstGeom prst="line">
            <a:avLst/>
          </a:prstGeom>
          <a:noFill/>
          <a:ln w="12700">
            <a:solidFill>
              <a:srgbClr val="1C2430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10203241" y="3483864"/>
            <a:ext cx="91440" cy="658368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10358689" y="3730752"/>
            <a:ext cx="91440" cy="41148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10514137" y="3337560"/>
            <a:ext cx="91440" cy="804672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10669585" y="3886200"/>
            <a:ext cx="91440" cy="256032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10825033" y="3977640"/>
            <a:ext cx="91440" cy="164592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10980481" y="4032504"/>
            <a:ext cx="91440" cy="109728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11135929" y="4069080"/>
            <a:ext cx="91440" cy="73152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10514137" y="4215384"/>
            <a:ext cx="6400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10" dirty="0">
                <a:solidFill>
                  <a:srgbClr val="5D67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 k</a:t>
            </a:r>
            <a:endParaRPr lang="en-US" sz="710" dirty="0"/>
          </a:p>
        </p:txBody>
      </p:sp>
      <p:sp>
        <p:nvSpPr>
          <p:cNvPr id="178" name="Text 176"/>
          <p:cNvSpPr/>
          <p:nvPr/>
        </p:nvSpPr>
        <p:spPr>
          <a:xfrm>
            <a:off x="9928921" y="3666744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10" dirty="0">
                <a:solidFill>
                  <a:srgbClr val="5D67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β</a:t>
            </a:r>
            <a:endParaRPr lang="en-US" sz="710" dirty="0"/>
          </a:p>
        </p:txBody>
      </p:sp>
      <p:sp>
        <p:nvSpPr>
          <p:cNvPr id="179" name="Text 177"/>
          <p:cNvSpPr/>
          <p:nvPr/>
        </p:nvSpPr>
        <p:spPr>
          <a:xfrm>
            <a:off x="10056937" y="4718304"/>
            <a:ext cx="13258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5D67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spatial-scale fingerprint</a:t>
            </a:r>
            <a:endParaRPr lang="en-US" sz="750" dirty="0"/>
          </a:p>
        </p:txBody>
      </p:sp>
      <p:sp>
        <p:nvSpPr>
          <p:cNvPr id="180" name="Shape 178"/>
          <p:cNvSpPr/>
          <p:nvPr/>
        </p:nvSpPr>
        <p:spPr>
          <a:xfrm>
            <a:off x="1097280" y="5715000"/>
            <a:ext cx="100126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7DCE4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1325880" y="5843016"/>
            <a:ext cx="9555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5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 output: group-level β profiles reveal which cortical spatial scales are modulated by linguistic boundaries and transition geometry.</a:t>
            </a:r>
            <a:endParaRPr lang="en-US" sz="1050" dirty="0"/>
          </a:p>
        </p:txBody>
      </p:sp>
      <p:sp>
        <p:nvSpPr>
          <p:cNvPr id="182" name="Text 180"/>
          <p:cNvSpPr/>
          <p:nvPr/>
        </p:nvSpPr>
        <p:spPr>
          <a:xfrm>
            <a:off x="457200" y="6528816"/>
            <a:ext cx="1129284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8A94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schematic: all text, arrows, panels, and mini-plots are native PowerPoint objects.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177</Words>
  <Application>Microsoft Macintosh PowerPoint</Application>
  <PresentationFormat>Widescreen</PresentationFormat>
  <Paragraphs>44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Eigenmode fingerprints workflow</dc:title>
  <dc:subject>Eigenmode fingerprints workflow figure</dc:subject>
  <dc:creator>OpenAI</dc:creator>
  <cp:lastModifiedBy>Microsoft Office User</cp:lastModifiedBy>
  <cp:revision>1</cp:revision>
  <dcterms:created xsi:type="dcterms:W3CDTF">2026-04-30T18:03:17Z</dcterms:created>
  <dcterms:modified xsi:type="dcterms:W3CDTF">2026-04-30T18:08:08Z</dcterms:modified>
</cp:coreProperties>
</file>