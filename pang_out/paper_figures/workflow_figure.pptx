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0"/>
            <a:ext cx="2011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A. Stimulus</a:t>
            </a:r>
          </a:p>
          <a:p>
            <a:pPr algn="ctr">
              <a:defRPr sz="1440"/>
            </a:pPr>
            <a:r>
              <a:t>Naturalistic narrative</a:t>
            </a:r>
            <a:br/>
            <a:r>
              <a:t>Word onsets + sentence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0" y="1371600"/>
            <a:ext cx="2011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B. Embeddings</a:t>
            </a:r>
          </a:p>
          <a:p>
            <a:pPr algn="ctr">
              <a:defRPr sz="1440"/>
            </a:pPr>
            <a:r>
              <a:t>LLM token embeddings</a:t>
            </a:r>
            <a:br/>
            <a:r>
              <a:t>(BERT / Qwen)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2011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C. Transition geometry</a:t>
            </a:r>
          </a:p>
          <a:p>
            <a:pPr algn="ctr">
              <a:defRPr sz="1440"/>
            </a:pPr>
            <a:r>
              <a:t>Shift</a:t>
            </a:r>
            <a:br/>
            <a:r>
              <a:t>Prediction error</a:t>
            </a:r>
            <a:br/>
            <a:r>
              <a:t>Curvature</a:t>
            </a:r>
            <a:br/>
            <a:r>
              <a:t>Subspace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2011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D. fMRI + eigenmodes</a:t>
            </a:r>
          </a:p>
          <a:p>
            <a:pPr algn="ctr">
              <a:defRPr sz="1440"/>
            </a:pPr>
            <a:r>
              <a:t>BOLD → cortical eigenmodes</a:t>
            </a:r>
            <a:br/>
            <a:r>
              <a:t>Mode energy across scales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371600"/>
            <a:ext cx="2011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E. GLM</a:t>
            </a:r>
          </a:p>
          <a:p>
            <a:pPr algn="ctr">
              <a:defRPr sz="1440"/>
            </a:pPr>
            <a:r>
              <a:t>Regressors → β profiles</a:t>
            </a:r>
            <a:br/>
            <a:r>
              <a:t>across eigenmodes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10312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480560" y="210312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75120" y="210312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103120"/>
            <a:ext cx="182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